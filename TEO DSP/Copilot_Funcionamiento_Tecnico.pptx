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273680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233067"/>
          </a:solidFill>
          <a:ln/>
        </p:spPr>
      </p:sp>
      <p:pic>
        <p:nvPicPr>
          <p:cNvPr id="4" name="Image 0" descr="icon_brain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9646920" y="6858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ARQUITECTURA E IA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 técnico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GitHub Copilot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lenguaje, aprendizaje profundo e integración con Visual Studio / .NET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617720"/>
            <a:ext cx="1097280" cy="0"/>
          </a:xfrm>
          <a:prstGeom prst="line">
            <a:avLst/>
          </a:prstGeom>
          <a:noFill/>
          <a:ln w="38100">
            <a:solidFill>
              <a:srgbClr val="F2A6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754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2 minutos  •  Arquitectura técnica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MODELO DE 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tu editor a la nube, en milisegundos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opera bajo una arquitectura distribuida basada en LLMs con arquitectura Transformer. Nació sobre OpenAI Codex y hoy se apoya en modelos como GPT-4o y Claude 3.5, además de modelos ajustados (fine-tuned) para código.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21892" y="299008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315468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local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/ VS Code + Roslyn AST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7180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74720" y="27889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99008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3154680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Copilot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6616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eventos de teclado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80644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309360" y="27889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91172" y="299008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3154680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40080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embeddings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864108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144000" y="278892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25812" y="2990088"/>
            <a:ext cx="768096" cy="768096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5" name="Image 3" descr="icon_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404" y="3154680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235440" y="3794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en la nube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235440" y="41148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Claude 3.5 / Fine-tuned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WebSockets  ·  transporte cifrado del prompt enriquecido hacia Azure OpenAI Service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Arquitectura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Y APRENDIZAJE PROFUNDO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"entiende" el código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233067"/>
          </a:solidFill>
          <a:ln/>
        </p:spPr>
      </p:sp>
      <p:sp>
        <p:nvSpPr>
          <p:cNvPr id="5" name="Shape 3"/>
          <p:cNvSpPr/>
          <p:nvPr/>
        </p:nvSpPr>
        <p:spPr>
          <a:xfrm>
            <a:off x="1988820" y="214884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icon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41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y self-attention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la relación e importancia de cada palabra clave, variable o tipo de dato frente a todo el archivo, capturando dependencias a larga distancia.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233067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14884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icon_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52" y="23134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063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autosupervisado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sobre miles de millones de líneas de código público, en docenas de lenguajes de programación y documentación técnica.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29000" cy="3931920"/>
          </a:xfrm>
          <a:prstGeom prst="roundRect">
            <a:avLst>
              <a:gd name="adj" fmla="val 2667"/>
            </a:avLst>
          </a:prstGeom>
          <a:solidFill>
            <a:srgbClr val="233067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148840"/>
            <a:ext cx="731520" cy="73152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6" name="Image 2" descr="icon_sh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1492" y="23134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0632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y embeddings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84048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fragmentos de código en vectores numéricos y busca por similitud semántica en archivos abiertos para enriquecer el contexto del LLM.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Aprendizaje profundo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VISUAL STUDIO Y VS CODE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no lee texto: lee sintaxis C#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.NET, la extensión se comunica con el motor del compilador Roslyn (Visual Studio) o el C# Dev Kit (VS Code), leyendo el árbol sintáctico (AST), espacios de nombres, clases importadas y tipos de datos — no código como simple texto.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7706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key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9260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7157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de eventos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extensión intercepta eventos de teclado y editor en segundo plano mediante el protocolo LSP (Language Server Protocol), sin congelar la interfaz.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25146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6473952" y="277063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9260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7157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semántico Roslyn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33375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Microsoft.CodeAnalysis expone el AST, las firmas de métodos, los tipos fuertemente tipados y las clases importadas vía using.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45262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96112" y="47823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9377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727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 y envío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4400" y="53492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 semántico se empaqueta y se envía cifrado por HTTPS/WebSockets a los servidores de GitHub / Azure OpenAI.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17920" y="452628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4F6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473952" y="478231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_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9377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727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 de la sugerencia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92240" y="534924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vuelve en milisegundos como texto fantasma (ghost text) o en el panel de chat, lista para aceptar con Tab.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Integración 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Y ENVÍO DEL PROMPT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tu cursor a la sugerencia en pantalla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33067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41248" y="29718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entorno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41248" y="365760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 líneas anteriores y posteriores al cursor, archivos de la solución y pestañas abiertas.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33067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75888" y="29718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y formateo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75888" y="365760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 y prioriza la información según el límite de tokens del modelo.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33067"/>
          </a:solidFill>
          <a:ln/>
        </p:spPr>
      </p:sp>
      <p:sp>
        <p:nvSpPr>
          <p:cNvPr id="15" name="Text 13"/>
          <p:cNvSpPr/>
          <p:nvPr/>
        </p:nvSpPr>
        <p:spPr>
          <a:xfrm>
            <a:off x="6510528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10528" y="29718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en tiempo real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10528" y="365760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la petición cifrada vía HTTPS/WebSockets a los servidores de GitHub.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34747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44000" y="21031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233067"/>
          </a:solidFill>
          <a:ln/>
        </p:spPr>
      </p:sp>
      <p:sp>
        <p:nvSpPr>
          <p:cNvPr id="20" name="Text 18"/>
          <p:cNvSpPr/>
          <p:nvPr/>
        </p:nvSpPr>
        <p:spPr>
          <a:xfrm>
            <a:off x="9345168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345168" y="2971800"/>
            <a:ext cx="2112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Renderizado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45168" y="3657600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se muestra como texto fantasma (Tab) o en Inline Chat (Ctrl + I).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Flujo del prompt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TÉCNICOS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Piezas del flujo, de un vistazo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4434840"/>
        </p:xfrm>
        <a:graphic>
          <a:graphicData uri="http://schemas.openxmlformats.org/drawingml/2006/table">
            <a:tbl>
              <a:tblPr/>
              <a:tblGrid>
                <a:gridCol w="2834640"/>
                <a:gridCol w="493776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Función en el flujo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Tecnología / herramienta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Cliente / 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Captura de teclado, interfaz visual y renderizado de sugerencias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Visual Studio 2022 / VS Code (C# Dev Kit)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Analizador semántico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Extracción de símbolos, tipos de datos C# y estructura del proyecto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Roslyn (Microsoft.CodeAnalysis)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Motor de contexto (RAG)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Selección de archivos e incrustaciones vectoriales relacionadas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Algoritmos de similitud vectorial de GitHub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Modelo de lenguaje (LLM)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Inferencia, predicción y generación de código contextualizado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GPT-4o / Azure OpenAI Service / Claude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</a:rPr>
                        <a:t>Transporte de datos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Envío seguro y de baja latencia del prompt hacia la nube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340"/>
                          </a:solidFill>
                        </a:rPr>
                        <a:t>HTTPS REST APIs &amp; WebSockets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85832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Componentes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2026-08-11T21:52:23Z</dcterms:created>
  <dcterms:modified xsi:type="dcterms:W3CDTF">2026-08-11T21:52:23Z</dcterms:modified>
</cp:coreProperties>
</file>